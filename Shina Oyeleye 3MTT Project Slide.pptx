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93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Sterling E-Commerce Customer Behavior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3MTT Data Analytics Project</a:t>
            </a:r>
          </a:p>
          <a:p>
            <a:r>
              <a:t>Prepared by: Oyeleye Shina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Understand customer shopping behavior</a:t>
            </a:r>
          </a:p>
          <a:p>
            <a:pPr marL="0" indent="0">
              <a:buNone/>
            </a:pPr>
            <a:r>
              <a:rPr dirty="0"/>
              <a:t>• Identify high-demand product categories</a:t>
            </a:r>
          </a:p>
          <a:p>
            <a:pPr marL="0" indent="0">
              <a:buNone/>
            </a:pPr>
            <a:r>
              <a:rPr dirty="0"/>
              <a:t>• Analyze payment method preferences</a:t>
            </a:r>
          </a:p>
          <a:p>
            <a:pPr marL="0" indent="0">
              <a:buNone/>
            </a:pPr>
            <a:r>
              <a:rPr dirty="0"/>
              <a:t>• Evaluate location-based 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E-commerce transaction dataset</a:t>
            </a:r>
          </a:p>
          <a:p>
            <a:pPr marL="0" indent="0">
              <a:buNone/>
            </a:pPr>
            <a:r>
              <a:rPr dirty="0"/>
              <a:t>• Key fields: Customer ID, Product Category,</a:t>
            </a:r>
          </a:p>
          <a:p>
            <a:r>
              <a:rPr dirty="0"/>
              <a:t>Quantity Ordered, Payment Method, Order Date, City</a:t>
            </a:r>
          </a:p>
          <a:p>
            <a:pPr marL="0" indent="0">
              <a:buNone/>
            </a:pPr>
            <a:r>
              <a:rPr dirty="0"/>
              <a:t>• Each row represents one order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&amp;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Removed duplicates</a:t>
            </a:r>
          </a:p>
          <a:p>
            <a:pPr marL="0" indent="0">
              <a:buNone/>
            </a:pPr>
            <a:r>
              <a:rPr dirty="0"/>
              <a:t>• Corrected data types</a:t>
            </a:r>
          </a:p>
          <a:p>
            <a:pPr marL="0" indent="0">
              <a:buNone/>
            </a:pPr>
            <a:r>
              <a:rPr dirty="0"/>
              <a:t>• Created Date table</a:t>
            </a:r>
          </a:p>
          <a:p>
            <a:pPr marL="0" indent="0">
              <a:buNone/>
            </a:pPr>
            <a:r>
              <a:rPr dirty="0"/>
              <a:t>• Built key DAX measures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KPI cards for summary metrics</a:t>
            </a:r>
          </a:p>
          <a:p>
            <a:pPr marL="0" indent="0">
              <a:buNone/>
            </a:pPr>
            <a:r>
              <a:rPr dirty="0"/>
              <a:t>• Date slicer for time filtering</a:t>
            </a:r>
          </a:p>
          <a:p>
            <a:pPr marL="0" indent="0">
              <a:buNone/>
            </a:pPr>
            <a:r>
              <a:rPr dirty="0"/>
              <a:t>• Bar, column, and line charts</a:t>
            </a:r>
          </a:p>
          <a:p>
            <a:pPr marL="0" indent="0">
              <a:buNone/>
            </a:pPr>
            <a:r>
              <a:rPr dirty="0"/>
              <a:t>• Interactive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A05E1-933D-4C17-B708-E845B0668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Interactive Power BI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B986F-20FB-4D6C-AE4C-4CB202E33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687140"/>
            <a:ext cx="5927766" cy="443902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EC41637-D28A-4E85-9823-92AB608438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8782"/>
            <a:ext cx="6586406" cy="448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5" name="Picture 5929">
            <a:extLst>
              <a:ext uri="{FF2B5EF4-FFF2-40B4-BE49-F238E27FC236}">
                <a16:creationId xmlns:a16="http://schemas.microsoft.com/office/drawing/2014/main" id="{DE26495F-208B-40CD-B5C5-B02589259E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1" y="1687140"/>
            <a:ext cx="7880888" cy="4439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4707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High demand in specific product categories</a:t>
            </a:r>
          </a:p>
          <a:p>
            <a:pPr marL="0" indent="0">
              <a:buNone/>
            </a:pPr>
            <a:r>
              <a:rPr dirty="0"/>
              <a:t>• Digital payments preferred</a:t>
            </a:r>
          </a:p>
          <a:p>
            <a:pPr marL="0" indent="0">
              <a:buNone/>
            </a:pPr>
            <a:r>
              <a:rPr dirty="0"/>
              <a:t>• Major cities dominate order volume</a:t>
            </a:r>
          </a:p>
          <a:p>
            <a:pPr marL="0" indent="0">
              <a:buNone/>
            </a:pPr>
            <a:r>
              <a:rPr dirty="0"/>
              <a:t>• Repeat customer behavior observed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Focus on high-demand categories</a:t>
            </a:r>
          </a:p>
          <a:p>
            <a:pPr marL="0" indent="0">
              <a:buNone/>
            </a:pPr>
            <a:r>
              <a:rPr dirty="0"/>
              <a:t>• Optimize digital payment methods</a:t>
            </a:r>
          </a:p>
          <a:p>
            <a:pPr marL="0" indent="0">
              <a:buNone/>
            </a:pPr>
            <a:r>
              <a:rPr dirty="0"/>
              <a:t>• Target high-performing cities</a:t>
            </a:r>
          </a:p>
          <a:p>
            <a:pPr marL="0" indent="0">
              <a:buNone/>
            </a:pPr>
            <a:r>
              <a:rPr dirty="0"/>
              <a:t>• Introduce customer loyalty programs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Power BI enabled actionable insights</a:t>
            </a:r>
          </a:p>
          <a:p>
            <a:pPr marL="0" indent="0">
              <a:buNone/>
            </a:pPr>
            <a:r>
              <a:rPr dirty="0"/>
              <a:t>• Findings support better business decisions</a:t>
            </a:r>
          </a:p>
          <a:p>
            <a:pPr marL="0" indent="0">
              <a:buNone/>
            </a:pPr>
            <a:r>
              <a:rPr dirty="0"/>
              <a:t>• Customer behavior clearly understood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181</Words>
  <Application>Microsoft Office PowerPoint</Application>
  <PresentationFormat>On-screen Show (4:3)</PresentationFormat>
  <Paragraphs>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Sterling E-Commerce Customer Behavior Analysis</vt:lpstr>
      <vt:lpstr>Project Objective</vt:lpstr>
      <vt:lpstr>Dataset Overview</vt:lpstr>
      <vt:lpstr>Data Cleaning &amp; Preparation</vt:lpstr>
      <vt:lpstr>Dashboard Overview</vt:lpstr>
      <vt:lpstr>Interactive Power BI Dashboard</vt:lpstr>
      <vt:lpstr>Key Insights</vt:lpstr>
      <vt:lpstr>Business Recommendations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Sterling E-Commerce Customer Behavior Analysis</dc:title>
  <dc:subject/>
  <dc:creator>user</dc:creator>
  <cp:keywords/>
  <dc:description>generated using python-pptx</dc:description>
  <cp:lastModifiedBy>user</cp:lastModifiedBy>
  <cp:revision>4</cp:revision>
  <dcterms:created xsi:type="dcterms:W3CDTF">2013-01-27T09:14:16Z</dcterms:created>
  <dcterms:modified xsi:type="dcterms:W3CDTF">2026-01-21T16:51:43Z</dcterms:modified>
  <cp:category/>
</cp:coreProperties>
</file>